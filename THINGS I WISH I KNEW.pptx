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814-FAB3-09DD-804B-578542978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9F3283-1929-367B-2B57-AACFA6F90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84459-7039-096B-51E7-B71AB9D8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A2909-A23A-A0AB-B3CA-B19FD632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54A5B-2F23-D6A8-7DFE-E14CEF21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24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487C-198C-9823-6562-783B2AC04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E9AE3-3CA7-F97A-BDA6-3D837468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6AEAE-18A8-720B-1643-60902EFC0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6A079-2ED1-E5BE-6927-622A9626A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5CF3E-2F8A-8737-FF1B-E18AD79D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67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EEECB-0C41-204E-C94B-9789A3B2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1E360-74A5-DB41-9C36-3D8EE4615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95E81-BC6C-9F68-F66F-9E58B8ED5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02AC2-CFA5-128B-E02B-37C3D568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4D999-54E2-29A0-B634-AAD20D1B2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4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80B1D-C6B6-2439-3E4C-9037C3D1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E812D-491E-A7A4-DCAC-B2144B4DB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85C53-A07E-977A-9B9E-A9C096C8F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FE33C-4289-51A7-391B-E73DB067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E5D51-E227-F8A4-DFFF-FFDFA43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04ED6-E47F-B17C-56E8-6156FBD5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4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2A6F6-517D-EC60-CC2D-4185B52FB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D6422-4688-4734-232B-99708C0DE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752C6-5014-0F8D-03AE-587B6B6C0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BFC32-C2D2-D575-54CB-6A168B815F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F675B-2BF3-6C4F-A9EB-E3851C515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429E13-A681-5983-525E-A99464C6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F5E7A-2A27-FFC1-E25B-B92283E2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85757D-6C38-A040-DD14-A24D4FCC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30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72B3C-1170-CE74-0958-1063FC6D5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ECB18D-4A6E-FCF4-F0F4-81A236355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A0D738-2021-CB23-ADF0-559FC275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4BBCB-6F67-2992-36DB-35CB3142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3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E010D-F8F8-382F-5178-BC58196CB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751DC0-D40E-C916-FE8F-7DFD089D5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5E35-A952-69D2-53F2-D8BCA472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4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05C4-D760-999E-2AC6-C86986BEC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B550B-86D8-DD23-4129-763200CF4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FAA80-C0C9-690C-E333-41702A23C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43C5C2-A84E-5D3F-F0C6-E1198BF7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9584C-511D-4826-65C8-7C248419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36168-AF61-2FFE-3475-271850BDA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0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60500-C85C-03BE-31D2-3EBCE3B6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43D46-A80E-429B-B452-C65E91D5D2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404786-786E-8564-F173-83B6797B0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08753-327B-9933-E186-CF359C49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8E219A-99F9-7DEA-F219-29C71A5E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C920C-7808-84F1-0F6C-CE5E4167B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8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299CA-5E1D-8E75-26F3-E9678290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144211-A822-D633-67BF-BEA74BCBD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73B9E-B8F4-08D8-0B92-C0849152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4853C-37C2-976A-8C9B-35F3EF12F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F6026-CDD3-882B-EB2A-474693515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045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CAA450-4FC9-59FD-AF56-F1ECBEC55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95406B-FA4D-4E45-F651-D4BAE72C6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4CDAC-BCCE-04D6-90C0-B04ED91EE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FFD6C-0A59-DB6E-6ED0-93C8F0E70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AA10-7A74-9BEB-9917-33B449A89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045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9DEBC-D2FC-89A8-36FA-6E681A70F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5CD0C-1937-2EC8-B4F2-259094B22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DB15-60A6-3393-BD6B-E0F6AABC9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7BFD4-C602-4287-A08D-FD4164CBCF3E}" type="datetimeFigureOut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F569C-11D5-4DD8-93F3-BDC1252A1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94AF7-E97B-C1C1-1C51-1790E4D4B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07F44-96FE-41A6-A686-3E13601EC7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41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B9DF-86A0-998B-822D-8F93028EA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903" y="-1178386"/>
            <a:ext cx="11946193" cy="4434348"/>
          </a:xfrm>
        </p:spPr>
        <p:txBody>
          <a:bodyPr>
            <a:normAutofit/>
          </a:bodyPr>
          <a:lstStyle/>
          <a:p>
            <a:r>
              <a:rPr lang="en-US" sz="7200" b="1" dirty="0">
                <a:solidFill>
                  <a:srgbClr val="FF0000"/>
                </a:solidFill>
                <a:latin typeface="Agency FB" panose="020B0503020202020204" pitchFamily="34" charset="0"/>
              </a:rPr>
              <a:t>THINGS I WISH I KNEW</a:t>
            </a:r>
            <a:endParaRPr lang="en-IN" sz="72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4CF69-01E1-4552-7899-38EAB838460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IN MY FINAL YEAR</a:t>
            </a:r>
            <a:endParaRPr lang="en-IN" sz="4000" b="1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21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500424-2302-EDB1-71CB-684C997CC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48" y="964454"/>
            <a:ext cx="10997304" cy="49290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392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B016-8687-6F04-A377-B4CFC022F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gency FB" panose="020B0503020202020204" pitchFamily="34" charset="0"/>
              </a:rPr>
              <a:t>CAREER OPTIONS</a:t>
            </a:r>
            <a:endParaRPr lang="en-IN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64710-AF45-77CC-E2D8-CB09D8DC4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Higher Studies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Family Business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Job / Placement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Freelancing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Startup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Skill-Based Certifications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House wife/ husband </a:t>
            </a:r>
          </a:p>
        </p:txBody>
      </p:sp>
    </p:spTree>
    <p:extLst>
      <p:ext uri="{BB962C8B-B14F-4D97-AF65-F5344CB8AC3E}">
        <p14:creationId xmlns:p14="http://schemas.microsoft.com/office/powerpoint/2010/main" val="2444937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57D9-C1B0-A4DE-1D7B-EA8D86C93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gency FB" panose="020B0503020202020204" pitchFamily="34" charset="0"/>
              </a:rPr>
              <a:t>A Myth about Masters</a:t>
            </a:r>
            <a:endParaRPr lang="en-IN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3AA80-6F29-A68C-854F-5E79E508E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Masters == More Salary</a:t>
            </a:r>
          </a:p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Master’s degree is important for careers in the education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in Saurashtra, it is often observed that master’s students receive lower or similar average and highest salary packages compared to BTech students.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Why is that?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Master’s degree helps in academics, but in industry, skills decide salary.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736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FC68-8239-A1A1-BBF6-2744903FE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gency FB" panose="020B0503020202020204" pitchFamily="34" charset="0"/>
              </a:rPr>
              <a:t>BARE MINIMUM</a:t>
            </a:r>
            <a:endParaRPr lang="en-IN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17148-6243-5D94-61BE-CD85B72ED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Git and GitHub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Updated LinkedIn and Resume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Portfolio Website</a:t>
            </a: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At least 1 project </a:t>
            </a:r>
            <a:r>
              <a:rPr lang="en-IN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*(not AI generated)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29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DF1CA-B972-1E3E-CA3F-333B34CD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gency FB" panose="020B0503020202020204" pitchFamily="34" charset="0"/>
              </a:rPr>
              <a:t>ARTIFICIAL INTELLIGENCE (AI)</a:t>
            </a:r>
            <a:endParaRPr lang="en-IN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681DD-E284-785B-3499-F26B0561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Should we use AI?</a:t>
            </a:r>
          </a:p>
          <a:p>
            <a:pPr lvl="1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Yes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Should we rely on AI?</a:t>
            </a:r>
          </a:p>
          <a:p>
            <a:pPr lvl="1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No</a:t>
            </a:r>
          </a:p>
        </p:txBody>
      </p:sp>
      <p:pic>
        <p:nvPicPr>
          <p:cNvPr id="4" name="Picture 3" descr="Ai wIlL rEpLaCe Us · ProgrammerHumor.io">
            <a:extLst>
              <a:ext uri="{FF2B5EF4-FFF2-40B4-BE49-F238E27FC236}">
                <a16:creationId xmlns:a16="http://schemas.microsoft.com/office/drawing/2014/main" id="{7903537E-77AF-FDA5-6CE5-61391A10E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218" y="1690688"/>
            <a:ext cx="7787149" cy="49479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987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F76C4-352D-4C90-F2A4-E1358D13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Agency FB" panose="020B0503020202020204" pitchFamily="34" charset="0"/>
              </a:rPr>
              <a:t>TIPS FOR FUTURE B-TECH STUDENTS</a:t>
            </a:r>
            <a:endParaRPr lang="en-IN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B2E693-7007-75E8-B31A-4E391A849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Internships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Projects that matter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Clear core CS concepts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Get familiar with DOCs</a:t>
            </a:r>
          </a:p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Start preparing for placements</a:t>
            </a:r>
          </a:p>
          <a:p>
            <a:pPr lvl="1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Aptitude and reasoning</a:t>
            </a:r>
          </a:p>
          <a:p>
            <a:pPr lvl="1"/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DSA –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leetcode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,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gency FB" panose="020B0503020202020204" pitchFamily="34" charset="0"/>
              </a:rPr>
              <a:t>neetcode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66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BC6A-8BD0-DC96-3305-40B5330F8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8000" b="1" dirty="0">
                <a:solidFill>
                  <a:srgbClr val="FF0000"/>
                </a:solidFill>
                <a:latin typeface="Agency FB" panose="020B0503020202020204" pitchFamily="34" charset="0"/>
              </a:rPr>
              <a:t>THANK YOU</a:t>
            </a:r>
            <a:endParaRPr lang="en-IN" sz="8000" b="1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345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154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Agency FB</vt:lpstr>
      <vt:lpstr>Arial</vt:lpstr>
      <vt:lpstr>Calibri</vt:lpstr>
      <vt:lpstr>Calibri Light</vt:lpstr>
      <vt:lpstr>Office Theme</vt:lpstr>
      <vt:lpstr>THINGS I WISH I KNEW</vt:lpstr>
      <vt:lpstr>PowerPoint Presentation</vt:lpstr>
      <vt:lpstr>CAREER OPTIONS</vt:lpstr>
      <vt:lpstr>A Myth about Masters</vt:lpstr>
      <vt:lpstr>BARE MINIMUM</vt:lpstr>
      <vt:lpstr>ARTIFICIAL INTELLIGENCE (AI)</vt:lpstr>
      <vt:lpstr>TIPS FOR FUTURE B-TECH STUDENTS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Dikshita Kothari</dc:creator>
  <cp:lastModifiedBy>Dikshita Kothari</cp:lastModifiedBy>
  <cp:revision>1</cp:revision>
  <dcterms:created xsi:type="dcterms:W3CDTF">2026-02-17T18:07:19Z</dcterms:created>
  <dcterms:modified xsi:type="dcterms:W3CDTF">2026-02-17T19:20:26Z</dcterms:modified>
</cp:coreProperties>
</file>